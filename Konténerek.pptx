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ADAC-1920-48B6-9400-36527E1E2438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EFECE-3FE0-4AAA-9FB2-D14E92BB9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4562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ADAC-1920-48B6-9400-36527E1E2438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EFECE-3FE0-4AAA-9FB2-D14E92BB9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6466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ADAC-1920-48B6-9400-36527E1E2438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EFECE-3FE0-4AAA-9FB2-D14E92BB9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9105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ADAC-1920-48B6-9400-36527E1E2438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EFECE-3FE0-4AAA-9FB2-D14E92BB9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359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ADAC-1920-48B6-9400-36527E1E2438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EFECE-3FE0-4AAA-9FB2-D14E92BB9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2625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ADAC-1920-48B6-9400-36527E1E2438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EFECE-3FE0-4AAA-9FB2-D14E92BB9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4161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ADAC-1920-48B6-9400-36527E1E2438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EFECE-3FE0-4AAA-9FB2-D14E92BB9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5549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ADAC-1920-48B6-9400-36527E1E2438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EFECE-3FE0-4AAA-9FB2-D14E92BB9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5965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ADAC-1920-48B6-9400-36527E1E2438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EFECE-3FE0-4AAA-9FB2-D14E92BB9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003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ADAC-1920-48B6-9400-36527E1E2438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EFECE-3FE0-4AAA-9FB2-D14E92BB9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703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ADAC-1920-48B6-9400-36527E1E2438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EFECE-3FE0-4AAA-9FB2-D14E92BB9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40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9ADAC-1920-48B6-9400-36527E1E2438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EFECE-3FE0-4AAA-9FB2-D14E92BB9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482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Konténerek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0121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Mi az a konténer?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Mire használjuk</a:t>
            </a:r>
          </a:p>
          <a:p>
            <a:r>
              <a:rPr lang="hu-HU" dirty="0" smtClean="0"/>
              <a:t>Hol használjuk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47834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3 fő típus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6370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Töri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8882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Típusok(felhasználási típus)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4692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Méretek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7481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3460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1424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9197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5379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8036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18</Words>
  <Application>Microsoft Office PowerPoint</Application>
  <PresentationFormat>Szélesvásznú</PresentationFormat>
  <Paragraphs>8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Office-téma</vt:lpstr>
      <vt:lpstr>Konténerek</vt:lpstr>
      <vt:lpstr>Mi az a konténer?</vt:lpstr>
      <vt:lpstr>3 fő típus</vt:lpstr>
      <vt:lpstr>Töri</vt:lpstr>
      <vt:lpstr>Típusok(felhasználási típus)</vt:lpstr>
      <vt:lpstr>Méretek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Konténerek</dc:title>
  <dc:creator>Diák</dc:creator>
  <cp:lastModifiedBy>Diák</cp:lastModifiedBy>
  <cp:revision>3</cp:revision>
  <dcterms:created xsi:type="dcterms:W3CDTF">2026-03-06T11:43:12Z</dcterms:created>
  <dcterms:modified xsi:type="dcterms:W3CDTF">2026-03-06T12:20:06Z</dcterms:modified>
</cp:coreProperties>
</file>